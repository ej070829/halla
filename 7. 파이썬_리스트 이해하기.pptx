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50" r:id="rId2"/>
    <p:sldId id="404" r:id="rId3"/>
    <p:sldId id="281" r:id="rId4"/>
    <p:sldId id="361" r:id="rId5"/>
    <p:sldId id="406" r:id="rId6"/>
    <p:sldId id="314" r:id="rId7"/>
    <p:sldId id="364" r:id="rId8"/>
    <p:sldId id="410" r:id="rId9"/>
    <p:sldId id="385" r:id="rId10"/>
    <p:sldId id="399" r:id="rId11"/>
    <p:sldId id="388" r:id="rId12"/>
    <p:sldId id="400" r:id="rId13"/>
    <p:sldId id="554" r:id="rId14"/>
    <p:sldId id="397" r:id="rId15"/>
    <p:sldId id="401" r:id="rId16"/>
    <p:sldId id="398" r:id="rId17"/>
    <p:sldId id="402" r:id="rId18"/>
    <p:sldId id="389" r:id="rId19"/>
    <p:sldId id="403" r:id="rId20"/>
    <p:sldId id="390" r:id="rId21"/>
    <p:sldId id="377" r:id="rId22"/>
    <p:sldId id="559" r:id="rId23"/>
    <p:sldId id="379" r:id="rId24"/>
    <p:sldId id="380" r:id="rId25"/>
    <p:sldId id="560" r:id="rId26"/>
    <p:sldId id="381" r:id="rId27"/>
    <p:sldId id="561" r:id="rId28"/>
    <p:sldId id="382" r:id="rId29"/>
    <p:sldId id="562" r:id="rId30"/>
    <p:sldId id="555" r:id="rId31"/>
    <p:sldId id="557" r:id="rId32"/>
    <p:sldId id="556" r:id="rId33"/>
    <p:sldId id="558" r:id="rId34"/>
    <p:sldId id="553" r:id="rId35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431" autoAdjust="0"/>
    <p:restoredTop sz="95494" autoAdjust="0"/>
  </p:normalViewPr>
  <p:slideViewPr>
    <p:cSldViewPr>
      <p:cViewPr varScale="1">
        <p:scale>
          <a:sx n="146" d="100"/>
          <a:sy n="146" d="100"/>
        </p:scale>
        <p:origin x="19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60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8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484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233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3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12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15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703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256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28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73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977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78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006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438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052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300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374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583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99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8301-683E-33A9-5E00-4F3C761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34623C-7DA0-EC03-8871-32483A194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A0C9B1-FCE5-4BC7-AC06-DF85AB1D6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A7D6E8-37B2-935B-5DE1-11593E24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478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025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980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84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060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35" y="1518044"/>
            <a:ext cx="6841938" cy="21604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7. 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리스트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나눔바른고딕 옛한글" panose="020B0603020101020101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8CE04E-3AEA-2546-82B6-E6078099DA44}"/>
              </a:ext>
            </a:extLst>
          </p:cNvPr>
          <p:cNvSpPr txBox="1"/>
          <p:nvPr/>
        </p:nvSpPr>
        <p:spPr>
          <a:xfrm>
            <a:off x="8677468" y="411510"/>
            <a:ext cx="366126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35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76300" y="1040765"/>
            <a:ext cx="8145145" cy="224728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</a:t>
            </a:r>
            <a:endParaRPr lang="ko-KR" altLang="en-US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- </a:t>
            </a: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하나의 저장 공간에 여러 개의 값을 저장</a:t>
            </a:r>
            <a:endParaRPr lang="en-US" altLang="ko-KR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변수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변수 값 한 개 저장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</a:t>
            </a:r>
            <a:r>
              <a:rPr lang="en-US" altLang="ko-KR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하나의 리스트에 여러 개의 값 저장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b="1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1399" y="2715766"/>
            <a:ext cx="627536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5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(list)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여러 가지 자료를 저장할 수 있는 자료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자료들을 모아서 사용할 수 있게 해 줌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대괄호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[]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내부에 자료들 넣어 선언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2CAA3D-BF4F-B875-5CAF-F5769BDE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41" y="2859782"/>
            <a:ext cx="6629898" cy="123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D5917-7DF4-9320-5AE5-96D4B0F52A51}"/>
              </a:ext>
            </a:extLst>
          </p:cNvPr>
          <p:cNvSpPr txBox="1"/>
          <p:nvPr/>
        </p:nvSpPr>
        <p:spPr>
          <a:xfrm>
            <a:off x="755576" y="987574"/>
            <a:ext cx="4580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요소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(element)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대괄호 내부에 넣는 자료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16424B-37FC-50D2-233D-F8F413742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90" y="1873126"/>
            <a:ext cx="5397500" cy="482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A32D63-A1E3-2F88-A5A4-015997214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997" y="3241278"/>
            <a:ext cx="5397500" cy="482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A03D71-67D9-8554-6D5D-E0F22706C984}"/>
              </a:ext>
            </a:extLst>
          </p:cNvPr>
          <p:cNvSpPr txBox="1"/>
          <p:nvPr/>
        </p:nvSpPr>
        <p:spPr>
          <a:xfrm>
            <a:off x="755576" y="2355726"/>
            <a:ext cx="8208912" cy="85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내부의 요소 각각 사용하려면 리스트 이름 바로 뒤에 대괄호 입력 후 자료의 위치 나타내는 숫자 입력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758AD4E2-A6C7-CE36-1ECE-1955649EE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71" y="3825553"/>
            <a:ext cx="6458900" cy="69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7864C8-416D-979A-800A-9E7837713227}"/>
              </a:ext>
            </a:extLst>
          </p:cNvPr>
          <p:cNvSpPr txBox="1"/>
          <p:nvPr/>
        </p:nvSpPr>
        <p:spPr>
          <a:xfrm>
            <a:off x="79236" y="4264912"/>
            <a:ext cx="45809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인덱스 </a:t>
            </a:r>
            <a:r>
              <a:rPr lang="en-US" altLang="ko-KR" dirty="0">
                <a:solidFill>
                  <a:srgbClr val="FF0000"/>
                </a:solidFill>
              </a:rPr>
              <a:t>(index)</a:t>
            </a:r>
          </a:p>
        </p:txBody>
      </p:sp>
    </p:spTree>
    <p:extLst>
      <p:ext uri="{BB962C8B-B14F-4D97-AF65-F5344CB8AC3E}">
        <p14:creationId xmlns:p14="http://schemas.microsoft.com/office/powerpoint/2010/main" val="337134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21961"/>
          <a:stretch/>
        </p:blipFill>
        <p:spPr>
          <a:xfrm>
            <a:off x="908956" y="3219822"/>
            <a:ext cx="5688632" cy="1099174"/>
          </a:xfrm>
          <a:prstGeom prst="rect">
            <a:avLst/>
          </a:prstGeom>
        </p:spPr>
      </p:pic>
      <p:sp>
        <p:nvSpPr>
          <p:cNvPr id="12" name="TextBox 11"/>
          <p:cNvSpPr txBox="1">
            <a:spLocks/>
          </p:cNvSpPr>
          <p:nvPr/>
        </p:nvSpPr>
        <p:spPr>
          <a:xfrm>
            <a:off x="2339752" y="4318996"/>
            <a:ext cx="2452814" cy="7403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길이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</a:t>
            </a:r>
            <a:r>
              <a:rPr lang="en-US" altLang="ko-KR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len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()</a:t>
            </a:r>
            <a:endParaRPr lang="ko-KR" altLang="en-US" b="0" strike="noStrike" cap="none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b="0" strike="noStrike" cap="none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 </a:t>
            </a:r>
            <a:endParaRPr lang="ko-KR" altLang="en-US" b="1" strike="noStrike" cap="none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20DA75-75A4-0C67-5D78-ACC1562CCF77}"/>
              </a:ext>
            </a:extLst>
          </p:cNvPr>
          <p:cNvSpPr txBox="1"/>
          <p:nvPr/>
        </p:nvSpPr>
        <p:spPr>
          <a:xfrm>
            <a:off x="683568" y="989869"/>
            <a:ext cx="6966460" cy="298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길이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length</a:t>
            </a:r>
            <a:r>
              <a:rPr lang="ko-KR" altLang="en-US" sz="20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</a:t>
            </a:r>
            <a:r>
              <a:rPr lang="ko-KR" altLang="en-US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줄여서 </a:t>
            </a:r>
            <a:r>
              <a:rPr lang="en-US" altLang="ko-KR" sz="20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 -&gt; </a:t>
            </a:r>
            <a:r>
              <a:rPr lang="en-US" altLang="ko-KR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인덱스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인덱스는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부터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시작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 마지막 번호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)-1   -&gt;  </a:t>
            </a:r>
            <a:r>
              <a:rPr lang="en-US" altLang="ko-KR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52B99-D472-7FAB-19B7-EBA96780B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304" y="776371"/>
            <a:ext cx="6431460" cy="68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55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리스트의 요소 변경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8E49A-DD8B-1F79-1F0E-E6CC6348B31E}"/>
              </a:ext>
            </a:extLst>
          </p:cNvPr>
          <p:cNvSpPr txBox="1"/>
          <p:nvPr/>
        </p:nvSpPr>
        <p:spPr>
          <a:xfrm>
            <a:off x="755576" y="987574"/>
            <a:ext cx="4580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요소 변경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=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변경값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85B6F2E-48BE-82C0-75CF-C47CC931E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39" y="2037242"/>
            <a:ext cx="6188219" cy="147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6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 및 초기화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9" r="5703" b="10455"/>
          <a:stretch/>
        </p:blipFill>
        <p:spPr>
          <a:xfrm>
            <a:off x="6516216" y="130876"/>
            <a:ext cx="2489499" cy="9958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779056" y="1059582"/>
            <a:ext cx="6025192" cy="338554"/>
            <a:chOff x="779056" y="1059582"/>
            <a:chExt cx="6025192" cy="33855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056" y="1087731"/>
              <a:ext cx="213875" cy="2406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71599" y="1059582"/>
              <a:ext cx="5832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리스트 </a:t>
              </a:r>
              <a:r>
                <a: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scores</a:t>
              </a:r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에 </a:t>
              </a:r>
              <a:r>
                <a: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[ 10, 20, 30, 40, 50 ] </a:t>
              </a:r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저장하고 출력하기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923051" y="2571750"/>
            <a:ext cx="1406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2846EC-6939-BAA2-E5E6-B603858E4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947" y="1518708"/>
            <a:ext cx="4095090" cy="19578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2EC404-5214-A5EA-B122-C54ACE753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8051" y="2571750"/>
            <a:ext cx="1406004" cy="17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6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 및 초기화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9" r="5703" b="10455"/>
          <a:stretch/>
        </p:blipFill>
        <p:spPr>
          <a:xfrm>
            <a:off x="6516216" y="130876"/>
            <a:ext cx="2489499" cy="9958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779056" y="1059582"/>
            <a:ext cx="6025192" cy="338554"/>
            <a:chOff x="779056" y="1059582"/>
            <a:chExt cx="6025192" cy="33855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056" y="1087731"/>
              <a:ext cx="213875" cy="2406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71599" y="1059582"/>
              <a:ext cx="5832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리스트 </a:t>
              </a:r>
              <a:r>
                <a:rPr lang="en-US" altLang="ko-KR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scores </a:t>
              </a:r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에 </a:t>
              </a:r>
              <a:r>
                <a:rPr lang="en-US" altLang="ko-KR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[10, 20, 30, 40, 50 ] </a:t>
              </a:r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저장하고 출력하기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256718" y="3255217"/>
            <a:ext cx="5832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5E3108-8411-DD2C-8F04-672D62EDF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1" y="1644276"/>
            <a:ext cx="5382327" cy="114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2B8F631-088F-D518-3466-FD813B61F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4542" y="3255217"/>
            <a:ext cx="1019346" cy="15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2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90,99,89,70,60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으로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 선언하고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9F5FDC2-83F9-3B04-10F1-1953662A1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3126977"/>
            <a:ext cx="5510124" cy="8882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3AB014-D1A3-22A5-3541-A21C39A9F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1635646"/>
            <a:ext cx="251553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8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36.3, 37.2, 36.4, 37.1, 37.5, 36.7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으로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 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선언하고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5" name="TextBox 14"/>
          <p:cNvSpPr txBox="1">
            <a:spLocks/>
          </p:cNvSpPr>
          <p:nvPr/>
        </p:nvSpPr>
        <p:spPr>
          <a:xfrm>
            <a:off x="876300" y="3057288"/>
            <a:ext cx="8145145" cy="178715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A,B,C,D,E,F,G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로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선언하고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6" name="그림 1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135393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604DBD4-9A88-2428-18CC-048A4697E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096" y="1729977"/>
            <a:ext cx="2178756" cy="128162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252435C-BB60-F0D2-D3A9-16A648091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070" y="3427921"/>
            <a:ext cx="2153782" cy="145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3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2" y="3197468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C531192-662E-9603-9428-7A2200D77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640" y="3018357"/>
            <a:ext cx="3577704" cy="17114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A5E3D9-820B-36E3-88F0-AD29694FB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405" y="1118870"/>
            <a:ext cx="3721720" cy="16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9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78715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1, [1]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2, [2]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BFF0DB-DE31-9D94-EA48-8A0D42CE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683644"/>
            <a:ext cx="54229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97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5668645" cy="172342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10, [1]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20, [2]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9" name="TextBox 8"/>
          <p:cNvSpPr txBox="1">
            <a:spLocks/>
          </p:cNvSpPr>
          <p:nvPr/>
        </p:nvSpPr>
        <p:spPr>
          <a:xfrm>
            <a:off x="876300" y="2971654"/>
            <a:ext cx="5668645" cy="172342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en-US" altLang="ko-KR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double [ ]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0.1, [3]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0.4, [5]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049759"/>
            <a:ext cx="150495" cy="166370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6766500" y="1040765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608B8D-533C-C5CB-99E3-B26C185E5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29" y="887183"/>
            <a:ext cx="2092887" cy="19104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BE6324-332C-FA30-C932-606C15600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35" y="2924925"/>
            <a:ext cx="2092887" cy="191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3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88" y="95758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356" y="874395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CFF5EFA-2146-B4A3-255A-2F6D15E1C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71" y="1221823"/>
            <a:ext cx="4284886" cy="272507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A44E8C-212D-F9D0-887F-6B221B47B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73" y="1218173"/>
            <a:ext cx="4284886" cy="27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207377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’10’~’100’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554A1C4-64CB-655F-219F-43B94A2E9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042" y="1347614"/>
            <a:ext cx="4837658" cy="342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4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88998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’100’~’1000’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1" name="TextBox 10"/>
          <p:cNvSpPr txBox="1">
            <a:spLocks/>
          </p:cNvSpPr>
          <p:nvPr/>
        </p:nvSpPr>
        <p:spPr>
          <a:xfrm>
            <a:off x="876300" y="303608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en-US" altLang="ko-KR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’2’~’20’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중 짝수를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11419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CB7006C-7518-E5CB-8D6F-FA692EE79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94" y="1040765"/>
            <a:ext cx="2044842" cy="17655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C32A891-5071-1A8F-F98B-673842B80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894" y="2902813"/>
            <a:ext cx="2044843" cy="1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4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88" y="95758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00" y="2727573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C6A66A2-F7B0-09A1-DEAC-22D14F057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995" y="1025579"/>
            <a:ext cx="3757786" cy="312677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594C01E-10E3-3216-05B3-0A0073200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75" y="1025579"/>
            <a:ext cx="3920881" cy="326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5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77471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47476D-27CE-3C2E-0FE2-0D01F8A2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504200"/>
            <a:ext cx="4615815" cy="30772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BD5439-11EC-1ECF-92F9-B7146E840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2337955"/>
            <a:ext cx="3467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88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59093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eaLnBrk="0">
              <a:lnSpc>
                <a:spcPct val="114999"/>
              </a:lnSpc>
              <a:spcBef>
                <a:spcPts val="300"/>
              </a:spcBef>
            </a:pP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9" name="TextBox 8"/>
          <p:cNvSpPr txBox="1">
            <a:spLocks/>
          </p:cNvSpPr>
          <p:nvPr/>
        </p:nvSpPr>
        <p:spPr>
          <a:xfrm>
            <a:off x="803910" y="2787774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eaLnBrk="0">
              <a:lnSpc>
                <a:spcPct val="114999"/>
              </a:lnSpc>
              <a:spcBef>
                <a:spcPts val="300"/>
              </a:spcBef>
            </a:pP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2" name="그림 11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833087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F5CE302-7327-8365-03E0-52B4F67F3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775" y="1336230"/>
            <a:ext cx="1577953" cy="14193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13E3231-1EE5-AE94-209C-9256A4F56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146" y="1380841"/>
            <a:ext cx="2063014" cy="13321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F06381-3B6D-1178-4117-7145D2D25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078" y="3405781"/>
            <a:ext cx="1786423" cy="10116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BFEF74-C025-98B3-E030-B847F2B38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0995" y="3405781"/>
            <a:ext cx="2109500" cy="10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4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40" y="977834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75" y="2355598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4E70E4-BC2F-DAF2-FDBC-D17B4C8B5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3" y="1027758"/>
            <a:ext cx="3427626" cy="34358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EA6B6A9-4172-DA48-474F-4A9F69E95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218" y="1058915"/>
            <a:ext cx="4003594" cy="343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7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47566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문자를 리스트에 저장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초기화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하고 차례로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585" y="1540470"/>
            <a:ext cx="1800225" cy="238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16B9E-F730-E136-77E5-4BAD552993EE}"/>
              </a:ext>
            </a:extLst>
          </p:cNvPr>
          <p:cNvSpPr txBox="1"/>
          <p:nvPr/>
        </p:nvSpPr>
        <p:spPr>
          <a:xfrm>
            <a:off x="1043608" y="1487874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17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E2AB-AC86-6CB3-E1DB-79AE2C96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B3BD9F-CFBF-4AE5-4FB9-1B1E0E048539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6A2C5-E210-1115-BE68-1870B288743F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BFD9B-B39B-CAE6-FEBF-3ADE5797EF1B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문자를 리스트에 저장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초기화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하고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B9B064BE-F9F7-15D0-0F00-3904B9ADB3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4328FEB-0999-9E37-EDC4-5FC98B27C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707654"/>
            <a:ext cx="1800225" cy="2381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2215C7-41BF-5212-4F75-D032740C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6" y="2231676"/>
            <a:ext cx="6540711" cy="18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04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57156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2.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문자리스트을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‘A’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‘Z’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 차례로 대입시킨 후 거꾸로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CCD74D-98BA-AFC9-AEB5-BC3E90A62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16735"/>
            <a:ext cx="5803900" cy="2286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8EFB4F-4132-5870-F0D9-37DFF8FC7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419622"/>
            <a:ext cx="3510136" cy="15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91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8262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개를 입력받은 후 세 번째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다섯 번째와 마지막으로 입력받은 정수를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68D7EF6-531B-8BF7-88CD-AE3058CBF4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723"/>
          <a:stretch/>
        </p:blipFill>
        <p:spPr>
          <a:xfrm>
            <a:off x="1029096" y="2269537"/>
            <a:ext cx="4342352" cy="1813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ECF1225-F96D-C033-6D7D-0D70D971C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139" y="2269537"/>
            <a:ext cx="1993900" cy="27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5628DA-FE38-8A8C-CAF2-E50C4DF78A54}"/>
              </a:ext>
            </a:extLst>
          </p:cNvPr>
          <p:cNvSpPr txBox="1"/>
          <p:nvPr/>
        </p:nvSpPr>
        <p:spPr>
          <a:xfrm>
            <a:off x="5652120" y="1831491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473CC-BBF1-5A86-7288-5F72ADED2DFE}"/>
              </a:ext>
            </a:extLst>
          </p:cNvPr>
          <p:cNvSpPr txBox="1"/>
          <p:nvPr/>
        </p:nvSpPr>
        <p:spPr>
          <a:xfrm>
            <a:off x="954405" y="1831492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201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C155-86B0-797F-244F-198A247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A85F348-99C3-F885-3895-06A76F3A072F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FA548-967D-6B14-C461-16154005BB05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8262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개를 입력받은 후 세 번째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다섯 번째와 마지막으로 입력받은 정수를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7FEDA9B4-187E-F3FF-3C34-1AF53EF08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3397D9-B0B4-C81A-79A1-E9F78BF90331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EF741A-7DE9-DDAA-813E-AD69A4169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07654"/>
            <a:ext cx="4342352" cy="28220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935219-4027-CC55-693A-CE2E56781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17" y="3806075"/>
            <a:ext cx="1993900" cy="27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AC68E4-C014-E2EB-89EE-ED6F8BF1DB0C}"/>
              </a:ext>
            </a:extLst>
          </p:cNvPr>
          <p:cNvSpPr txBox="1"/>
          <p:nvPr/>
        </p:nvSpPr>
        <p:spPr>
          <a:xfrm>
            <a:off x="5943729" y="3400613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21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37306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4. 1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반까지의 평균점수를 저장한 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 반을 입력받아 두 반의 평균 점수의 합을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이때 반별 평균 점수는 초기값으로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85.6 79.5 83.1 80.0 78.2 75.0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대입한다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212E33-CD0A-DA31-0C93-7AE6F6CB0F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928" r="50976" b="-735"/>
          <a:stretch/>
        </p:blipFill>
        <p:spPr>
          <a:xfrm>
            <a:off x="1187624" y="2452362"/>
            <a:ext cx="2291191" cy="4167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1C2A82-6A61-DFD3-A2BF-2B77A0384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452362"/>
            <a:ext cx="1612900" cy="27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4D0A5-2419-69AE-3BA5-519DDD843D9A}"/>
              </a:ext>
            </a:extLst>
          </p:cNvPr>
          <p:cNvSpPr txBox="1"/>
          <p:nvPr/>
        </p:nvSpPr>
        <p:spPr>
          <a:xfrm>
            <a:off x="4572000" y="2080313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76722-B85B-85F2-FA00-68289838E0AD}"/>
              </a:ext>
            </a:extLst>
          </p:cNvPr>
          <p:cNvSpPr txBox="1"/>
          <p:nvPr/>
        </p:nvSpPr>
        <p:spPr>
          <a:xfrm>
            <a:off x="954405" y="2081878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7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0C9D-2AD1-5BDD-300B-F84D9430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ABAA3A-0226-7F33-FDB1-E93F475FB45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67845-911E-F47B-9E79-66E43492DEAF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137306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4. 1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반까지의 평균점수를 저장한 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 반을 입력받아 두 반의 평균 점수의 합을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이때 반별 평균 점수는 초기값으로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85.6 79.5 83.1 80.0 78.2 75.0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대입한다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66DD6C34-126F-1850-00E6-D20CE6D02B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C79CB-818A-C2D3-BBD2-F762D26BF1B1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3ACC52-9A85-8739-D8FE-2B689C3E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689" y="2054881"/>
            <a:ext cx="4673600" cy="1498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93C9BE2-0094-8432-AAE9-7376D816F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92" y="3603704"/>
            <a:ext cx="1612900" cy="27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6D10F-E424-0369-8CF4-EBE729BF295C}"/>
              </a:ext>
            </a:extLst>
          </p:cNvPr>
          <p:cNvSpPr txBox="1"/>
          <p:nvPr/>
        </p:nvSpPr>
        <p:spPr>
          <a:xfrm>
            <a:off x="6203079" y="3273798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3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17" name="그림 16" descr="C:/Users/SAMSUNG/AppData/Roaming/PolarisOffice/ETemp/3684_5791712/fImage322203633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16" y="1069719"/>
            <a:ext cx="150495" cy="166370"/>
          </a:xfrm>
          <a:prstGeom prst="rect">
            <a:avLst/>
          </a:prstGeom>
          <a:noFill/>
        </p:spPr>
      </p:pic>
      <p:sp>
        <p:nvSpPr>
          <p:cNvPr id="2" name="직사각형 1"/>
          <p:cNvSpPr/>
          <p:nvPr/>
        </p:nvSpPr>
        <p:spPr>
          <a:xfrm>
            <a:off x="683568" y="987574"/>
            <a:ext cx="8145145" cy="872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컴퓨터 점수를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리스트에 저장하고 총점과 평균을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08F710-7A94-6BEB-16A1-0F38DF6439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959"/>
          <a:stretch/>
        </p:blipFill>
        <p:spPr>
          <a:xfrm>
            <a:off x="1273187" y="2059038"/>
            <a:ext cx="2459423" cy="18227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788995-DFED-9B3C-6A23-ABEBB81BEE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57"/>
          <a:stretch/>
        </p:blipFill>
        <p:spPr>
          <a:xfrm>
            <a:off x="4756140" y="2129588"/>
            <a:ext cx="1926803" cy="540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A409D-821F-34BD-4993-3D654443A909}"/>
              </a:ext>
            </a:extLst>
          </p:cNvPr>
          <p:cNvSpPr txBox="1"/>
          <p:nvPr/>
        </p:nvSpPr>
        <p:spPr>
          <a:xfrm>
            <a:off x="4572000" y="1707654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8330D-7F00-4433-76D8-B127B4F256D3}"/>
              </a:ext>
            </a:extLst>
          </p:cNvPr>
          <p:cNvSpPr txBox="1"/>
          <p:nvPr/>
        </p:nvSpPr>
        <p:spPr>
          <a:xfrm>
            <a:off x="954405" y="1709219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14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409A-D813-07E9-6A64-DFEDD435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F0105ED-2F6B-3B93-02FC-CFEE651FCAD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17" name="그림 16" descr="C:/Users/SAMSUNG/AppData/Roaming/PolarisOffice/ETemp/3684_5791712/fImage3222036334.png">
            <a:extLst>
              <a:ext uri="{FF2B5EF4-FFF2-40B4-BE49-F238E27FC236}">
                <a16:creationId xmlns:a16="http://schemas.microsoft.com/office/drawing/2014/main" id="{4396B313-7CC2-2F49-7AEC-316619AE94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16" y="1069719"/>
            <a:ext cx="150495" cy="166370"/>
          </a:xfrm>
          <a:prstGeom prst="rect">
            <a:avLst/>
          </a:prstGeom>
          <a:noFill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B44BE75-75B5-11E7-AB0F-8A458788BE27}"/>
              </a:ext>
            </a:extLst>
          </p:cNvPr>
          <p:cNvSpPr/>
          <p:nvPr/>
        </p:nvSpPr>
        <p:spPr>
          <a:xfrm>
            <a:off x="683568" y="987574"/>
            <a:ext cx="8145145" cy="1169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컴퓨터 점수를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리스트에 저장하고 총점과 평균을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2250D-9B3B-23B5-32EE-586A2D7A2373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3FEE13-B3D6-6114-2CDE-AD304FA31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553" y="1306472"/>
            <a:ext cx="2459423" cy="35025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A1CFA7-6088-F035-C668-BC619850FA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57"/>
          <a:stretch/>
        </p:blipFill>
        <p:spPr>
          <a:xfrm>
            <a:off x="5597445" y="3343072"/>
            <a:ext cx="1926803" cy="540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3329C-F35C-D100-FDC0-6947F190BA13}"/>
              </a:ext>
            </a:extLst>
          </p:cNvPr>
          <p:cNvSpPr txBox="1"/>
          <p:nvPr/>
        </p:nvSpPr>
        <p:spPr>
          <a:xfrm>
            <a:off x="5436096" y="3024901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07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다양한 특징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in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연산자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5AB81-0BD3-1C3F-6BA0-DB1B0C32B90F}"/>
              </a:ext>
            </a:extLst>
          </p:cNvPr>
          <p:cNvSpPr txBox="1"/>
          <p:nvPr/>
        </p:nvSpPr>
        <p:spPr>
          <a:xfrm>
            <a:off x="706518" y="2746315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not in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연산자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42AEED-7F5F-A79F-DB35-3C45B28445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555"/>
          <a:stretch/>
        </p:blipFill>
        <p:spPr>
          <a:xfrm>
            <a:off x="769190" y="1457417"/>
            <a:ext cx="2952494" cy="1181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474381-3B91-DF02-1645-2F27170EB6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5555"/>
          <a:stretch/>
        </p:blipFill>
        <p:spPr>
          <a:xfrm>
            <a:off x="4355208" y="1453486"/>
            <a:ext cx="2952494" cy="1181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B39603-B307-1683-5CAB-A709F82BA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4" y="3444662"/>
            <a:ext cx="2882900" cy="1181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A202E34-8B44-5A7B-268C-D22C2A0EEB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787" y="3440731"/>
            <a:ext cx="28829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14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다양한 특징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대괄호 안에 음수 넣어 뒤에서부터 요소 선택하기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000783-7E7A-E5CC-1FB0-8484C0114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438671"/>
            <a:ext cx="5422900" cy="1066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05AB81-0BD3-1C3F-6BA0-DB1B0C32B90F}"/>
              </a:ext>
            </a:extLst>
          </p:cNvPr>
          <p:cNvSpPr txBox="1"/>
          <p:nvPr/>
        </p:nvSpPr>
        <p:spPr>
          <a:xfrm>
            <a:off x="706518" y="2746315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이름만으로 전체 요소를 출력하기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1D644A-F83C-FBB3-D4EA-F3537E30D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449238"/>
            <a:ext cx="5422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06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다양한 특징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연결하기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(+)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5AB81-0BD3-1C3F-6BA0-DB1B0C32B90F}"/>
              </a:ext>
            </a:extLst>
          </p:cNvPr>
          <p:cNvSpPr txBox="1"/>
          <p:nvPr/>
        </p:nvSpPr>
        <p:spPr>
          <a:xfrm>
            <a:off x="706518" y="2746315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 반복하기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*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AEA280-D4C3-B05B-DE15-D58BB1E03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391063"/>
            <a:ext cx="5422900" cy="1244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DEBC1A-1F37-BA05-5576-B7752A995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300230"/>
            <a:ext cx="54229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07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다양한 특징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내의 제일 작은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값 찾기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(min)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5AB81-0BD3-1C3F-6BA0-DB1B0C32B90F}"/>
              </a:ext>
            </a:extLst>
          </p:cNvPr>
          <p:cNvSpPr txBox="1"/>
          <p:nvPr/>
        </p:nvSpPr>
        <p:spPr>
          <a:xfrm>
            <a:off x="4788024" y="906357"/>
            <a:ext cx="3865482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내의 제일 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값 찾기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(max)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B20913-F34E-D1F0-6D00-22F10774E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18" y="1390650"/>
            <a:ext cx="3454400" cy="11811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7DCB40E-6515-B197-3521-51EBACB2E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565" y="1360571"/>
            <a:ext cx="34544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08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24982</TotalTime>
  <Words>866</Words>
  <Application>Microsoft Office PowerPoint</Application>
  <PresentationFormat>화면 슬라이드 쇼(16:9)</PresentationFormat>
  <Paragraphs>204</Paragraphs>
  <Slides>34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10X10</vt:lpstr>
      <vt:lpstr>10X10 Bold</vt:lpstr>
      <vt:lpstr>12LotteMartDreamMedium</vt:lpstr>
      <vt:lpstr>12롯데마트드림Bold</vt:lpstr>
      <vt:lpstr>12롯데마트드림Medium</vt:lpstr>
      <vt:lpstr>나눔바른고딕 옛한글</vt:lpstr>
      <vt:lpstr>맑은 고딕</vt:lpstr>
      <vt:lpstr>휴먼모음T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1108</cp:revision>
  <cp:lastPrinted>2017-05-13T00:43:47Z</cp:lastPrinted>
  <dcterms:created xsi:type="dcterms:W3CDTF">2015-11-19T15:23:17Z</dcterms:created>
  <dcterms:modified xsi:type="dcterms:W3CDTF">2025-01-16T04:15:29Z</dcterms:modified>
</cp:coreProperties>
</file>