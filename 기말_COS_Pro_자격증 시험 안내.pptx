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31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Pro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Specialist Professional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3200400" cy="36576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 취득으로 기말고사를 대체하세요!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256032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05A1E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YBMIT (YBM IT)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3063240"/>
            <a:ext cx="256032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05A1E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9300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9300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C / C++ / Java / C#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05A1E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2764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1급 · 2급 · 3급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[시험일]  기말 대체 시험일: 2025년 6월 22일 (일) 오전 11:00 – 12:00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Pro란?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Specialist Professional — 프로그래밍 능력 국가공인 수준 자격증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무엇인가요?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YBM IT에서 주관하는 소프트웨어 개발 역량 자격 시험으로 C, C++, C#, Java, Python 5개 언어 중 선택하여 응시합니다.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029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96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유용한가요?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614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채용 우대, 군 가산점 부여, 대학 학점 인정 등 다양한 분야에서 공식 활용됩니다.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5029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시험 보나요?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502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CBT(컴퓨터 기반 시험)로 진행하며 실기 시험으로 직접 코드를 작성합니다. 시험 종료 즉시 합격 여부를 확인할 수 있습니다.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123444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90472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0" y="13075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언어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92240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언어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9224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/ C# / Java / Python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60720" y="242316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79192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92240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 수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492240" y="2743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등급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92240" y="3081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1급 · 2급 · 3급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760720" y="3611880"/>
            <a:ext cx="2926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67912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3685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기준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92240" y="3931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600점 이상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492240" y="4270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1,000점 만점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[홈페이지]  더 자세한 정보: www.ybmit.com/cos_pro/cos_pro_use_ex.jsp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등급별 시험 정보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응시료 · 시험 시간 · 문항 구성 · 합격 기준 한눈에 보기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92608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  <a:gridCol w="1097280"/>
                <a:gridCol w="20116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응시료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자격증 발급비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시험 시간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문항 구성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합격 기준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10문항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완성3·부분7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600점 이상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(1,000점 만점)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10문항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완성2~3·부분7~8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600점 이상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(1,000점 만점)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10문항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완성5·부분5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600점 이상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(1,000점 만점)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2793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[안내]  시험 종료 즉시 성적 발급  ·  자격증 발급비(2,000원)는 합격 후 별도 납부  ·  검정 방법: 실기 (CBT)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기말고사 반영 기준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자격증 등급에 따라 기말고사 점수가 다음과 같이 반영됩니다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3급 합격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기말고사 점수 반영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461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기준: 600점 이상 (1,000점 만점)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844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시간: 50분 · 응시료: 30,000원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12252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2급 이상 합격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846320" y="1783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18" name="Text 14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기말고사 점수 반영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2461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기준: 600점 이상 (1,000점 만점)</a:t>
            </a:r>
            <a:endParaRPr lang="en-US" sz="10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58444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3584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시간: 50–90분 · 응시료: 35,000원~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FFF3E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[주의]  불합격 시 기존 기말고사 방식으로 성적이 산출됩니다. 응시 희망 학생은 사전 신청 필수!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등급별 출제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402336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언어의 기초적인 개념을 이해한 수준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설계 및 이해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문제 해결능력·출력값 분석·요구사항 분석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7614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제시된 프로그램을 읽고 이해하는 능력 평가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3099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구현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조각을 이용한 프로그램 기능 완성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648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프로그래밍 언어 이해 및 활용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941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제시된 조건에 맞는 정확한 프로그램 작성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914400"/>
            <a:ext cx="2743200" cy="4023360"/>
          </a:xfrm>
          <a:prstGeom prst="rect">
            <a:avLst/>
          </a:prstGeom>
          <a:solidFill>
            <a:srgbClr val="D6E4F0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914400"/>
            <a:ext cx="274320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941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74136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개념을 충실히 배운 다음 간단한 문제를 해결할 수 있는 수준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설계 및 이해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4136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복잡도 있는 문제 해결·출력값 분석·간단한 구조 설계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74136" y="27614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제시된 프로그램 읽기 및 이해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3099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구현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74136" y="33558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조각 이용 완성, 정확한 프로그램 작성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74136" y="3694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검사 및 수정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74136" y="3950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주어진 프로그램의 디버깅·수정·변경·추가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914400"/>
            <a:ext cx="2743200" cy="402336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914400"/>
            <a:ext cx="2743200" cy="45720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941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1급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18504" y="1463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채용 시 출제되는 문제와 유사한 수준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8504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설계 및 이해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8504" y="2468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문제 해결·효율성 분석·알고리즘·자료구조·함수·클래스 활용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18504" y="28072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구현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18504" y="3063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자료구조·알고리즘 활용, 정확·효율적 프로그램 작성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18504" y="34015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검사 및 수정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504" y="3657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디버깅, 소스코드 수정·변경·추가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Pro 활용 사례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 군 가산점 활용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840480" cy="123444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세부내용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육군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SW개발병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 취득 시 가점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1급 10점  ·  2급 8점  ·  3급 6점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846320" y="960120"/>
            <a:ext cx="3840480" cy="45720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987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기업체 채용 우대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3840480" cy="324612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기업명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우대사항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1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대한항공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IT개발직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 소지자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PSK inc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S/W개발팀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 소지자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디포커스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개발자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Pro(Java) 2급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라이벤츠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H/W팀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Pro(C++, Python) 2급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메탈쓰리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기업부설연구소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Pro(C++) 1급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명지전문대학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전산팀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Pro(Java) 1급 우대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2788920"/>
            <a:ext cx="384048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A0B8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2834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[안내]  자격증 취득 후 취업, 입대 등 다양한 분야에서 공식적으로 활용 가능합니다. 더 많은 기업 활용 사례는 YBMIT 홈페이지에서 확인하세요.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일정 및 신청 안내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2377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접수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YBMIT 홈페이지에서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접수 신청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3172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78608" y="1005840"/>
            <a:ext cx="1828800" cy="2377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0048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5087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0048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 확인증 제출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70048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 완료 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교사에게 제출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453128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00016" y="1005840"/>
            <a:ext cx="1828800" cy="2377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91456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5087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91456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응시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791456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6월 22일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 11:00 – 12:00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574536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821424" y="1005840"/>
            <a:ext cx="1828800" cy="2377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912864" y="1078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15087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12864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 확인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912864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종료 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결과 발급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4360" y="35661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정보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388620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0352" y="3913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일자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30352" y="41605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6월 22일 (일)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2514600" y="388620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587752" y="3913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시간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587752" y="41605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 11:00 – 12:00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572000" y="388620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645152" y="3913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3급 응시료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645152" y="41605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30,000원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6629400" y="388620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702552" y="391363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2급 이상 응시료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702552" y="41605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35,000원~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E05A1E"/>
          </a:solidFill>
          <a:ln w="12700">
            <a:solidFill>
              <a:srgbClr val="E05A1E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[홈페이지]  www.ybmit.com/cos_pro/cos_pro_use_ex.jsp  —  자격증 상세 안내 및 기업 활용 사례 확인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 Pro 자격증 안내</dc:title>
  <dc:subject>PptxGenJS Presentation</dc:subject>
  <dc:creator>PptxGenJS</dc:creator>
  <cp:lastModifiedBy>PptxGenJS</cp:lastModifiedBy>
  <cp:revision>1</cp:revision>
  <dcterms:created xsi:type="dcterms:W3CDTF">2026-05-03T23:58:29Z</dcterms:created>
  <dcterms:modified xsi:type="dcterms:W3CDTF">2026-05-03T23:58:29Z</dcterms:modified>
</cp:coreProperties>
</file>